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100584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310896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0" y="4754880"/>
            <a:ext cx="82296" cy="82296"/>
          </a:xfrm>
          <a:prstGeom prst="ellipse">
            <a:avLst/>
          </a:prstGeom>
          <a:solidFill>
            <a:srgbClr val="7FA8C9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0" y="539496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 •  AGENTIC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PQC-Guard AI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Post-Quantum Cryptography Migration Suite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pipeline that scans legacy code, refactors vulnerable RSA/ECC into NIST ML-KEM standards, and verifies the result — autonomously.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7772400" cy="1417320"/>
          </a:xfrm>
          <a:prstGeom prst="roundRect">
            <a:avLst>
              <a:gd name="adj" fmla="val 5161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46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Shahyan Ahmed Kiani</a:t>
            </a:r>
            <a:pPr indent="0" marL="0">
              <a:buNone/>
            </a:pPr>
            <a:r>
              <a:rPr lang="en-US" sz="14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(Team Lead)   ·   Taimoor Arshad   ·   Muhammad Bilal   ·   Adeel Satti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577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Hackathon | Cohort 11  —  Pak Angels  ×  iCodeGuru  ×  Aspire Pakistan  ×  HEC  ×  NCEAC  ×  PEC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Encryption Has an Expiration 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209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727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will break RSA &amp; ECC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8928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Shor’s algorithm renders today’s public-key cryptography solvable in polynomial time.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836469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8833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"Harvest now, decrypt later"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00837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are already archiving encrypted traffic to decrypt once quantum hardware matures.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95203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0390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codebases are massive &amp; fragile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12394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lines depend on vulnerable imports scattered across services no one wants to touch.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46904"/>
            <a:ext cx="502920" cy="50292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067605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91947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migration doesn’t scale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2395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and rewriting crypto by hand is slow, expensive, and dangerously error-prone.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635240" y="1600200"/>
            <a:ext cx="3977640" cy="4434840"/>
          </a:xfrm>
          <a:prstGeom prst="roundRect">
            <a:avLst>
              <a:gd name="adj" fmla="val 2299"/>
            </a:avLst>
          </a:prstGeom>
          <a:solidFill>
            <a:srgbClr val="181B3A"/>
          </a:solidFill>
          <a:ln w="15875">
            <a:solidFill>
              <a:srgbClr val="B9563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281160" y="1920240"/>
            <a:ext cx="685800" cy="68580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208483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09560" y="2743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9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Q-DAY RISK WINDOW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909560" y="30175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2030–2035</a:t>
            </a:r>
            <a:endParaRPr lang="en-US" sz="4000" dirty="0"/>
          </a:p>
        </p:txBody>
      </p:sp>
      <p:sp>
        <p:nvSpPr>
          <p:cNvPr id="25" name="Text 18"/>
          <p:cNvSpPr/>
          <p:nvPr/>
        </p:nvSpPr>
        <p:spPr>
          <a:xfrm>
            <a:off x="8001000" y="3794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timeframe for cryptographically-relevant quantum computers, per NIST guidance.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001000" y="4617720"/>
            <a:ext cx="3246120" cy="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001000" y="475488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today can be decrypted retroactively the moment quantum hardware catches up.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PQC-GUARD AI  |  GENAI HACKATHON COHORT 11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PQC-Guard AI: Migration on Autopilot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multi-agent pipeline that finds, fixes, and verifies quantum-vulnerable cryptography — with no human rewrite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1660" y="2651760"/>
            <a:ext cx="822960" cy="8229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170" y="28492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A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41605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Agent parses source files and flags vulnerable imports — RSA, ECC, DH — with a risk assessment.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393192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9768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00700" y="2651760"/>
            <a:ext cx="822960" cy="8229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210" y="284927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2514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A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72000" y="37033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617720" y="41605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AI agent rewrites the flagged code into quantum-safe ML-KEM-512 using the liboqs standard.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3931920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04672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349740" y="2651760"/>
            <a:ext cx="822960" cy="8229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7250" y="2849270"/>
            <a:ext cx="427939" cy="4279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75320" y="2514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A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321040" y="37033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8366760" y="41605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Tester Agent executes the new code in an isolated sandbox, auto-retrying on failure until it’s proven safe.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PQC-GUARD AI  |  GENAI HACKATHON COHORT 11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One Autonomous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67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 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Python AST / imports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60120" y="35478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rsa, ecc, dh usage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60120" y="41696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risk JSON report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259836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34840" y="178308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779" y="221101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167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 Agent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709160" y="2926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via Groq / OpenAI SDK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709160" y="35478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ML-KEM-512 (liboqs)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709160" y="41696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Prompt-locked reference pattern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259836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83880" y="178308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458200" y="2057400"/>
            <a:ext cx="640080" cy="64008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819" y="2211019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35440" y="21671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 Agent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458200" y="2926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in isolated subprocess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8458200" y="35478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stack traces on failure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458200" y="41696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Auto-retries refactor (max 2x)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85800" y="530352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20244A"/>
          </a:solidFill>
          <a:ln/>
        </p:spPr>
      </p:sp>
      <p:sp>
        <p:nvSpPr>
          <p:cNvPr id="28" name="Shape 21"/>
          <p:cNvSpPr/>
          <p:nvPr/>
        </p:nvSpPr>
        <p:spPr>
          <a:xfrm>
            <a:off x="850392" y="5408676"/>
            <a:ext cx="384048" cy="384048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3" y="5495087"/>
            <a:ext cx="211226" cy="21122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71600" y="5303520"/>
            <a:ext cx="9829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verification fails, the stack trace is fed back to the Refactor Agent for another attempt — up to 2 retries — before a migration is marked Verified.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PQC-GUARD AI  |  GENAI HACKATHON COHORT 11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Speed, Verified for Safety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090318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134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backend &amp; streaming endpoints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47672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58" y="2090318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47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/ OpenAI SDK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03520" y="23134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refactor reasoning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947672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398" y="2090318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947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liboqs-python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052560" y="23134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ML-KEM-512 post-quantum primitives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59352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4101998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9593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Subprocess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54480" y="432511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&amp; verification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70332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3959352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58" y="4101998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9593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Tailwind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303520" y="432511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dark-mode dashboard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70332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3959352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398" y="4101998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39593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052560" y="432511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containerized deployment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PQC-GUARD AI  |  GENAI HACKATHON COHORT 11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Command Center for 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8123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dashboard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34440" y="198424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code diff on the left, live agent activity on the right.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00106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52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Terminal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34440" y="31729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each agent’s reasoning and logs in real time as it works.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18978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416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dark UI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436168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Translucent panels with blur, finished in a cream-and-gold accent palette.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06440" y="169164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0A0C1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35040" y="1892808"/>
            <a:ext cx="128016" cy="128016"/>
          </a:xfrm>
          <a:prstGeom prst="ellipse">
            <a:avLst/>
          </a:prstGeom>
          <a:solidFill>
            <a:srgbClr val="B9563F"/>
          </a:solidFill>
          <a:ln/>
        </p:spPr>
      </p:sp>
      <p:sp>
        <p:nvSpPr>
          <p:cNvPr id="18" name="Shape 13"/>
          <p:cNvSpPr/>
          <p:nvPr/>
        </p:nvSpPr>
        <p:spPr>
          <a:xfrm>
            <a:off x="6291072" y="189280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Shape 14"/>
          <p:cNvSpPr/>
          <p:nvPr/>
        </p:nvSpPr>
        <p:spPr>
          <a:xfrm>
            <a:off x="6547104" y="1892808"/>
            <a:ext cx="128016" cy="128016"/>
          </a:xfrm>
          <a:prstGeom prst="ellipse">
            <a:avLst/>
          </a:prstGeom>
          <a:solidFill>
            <a:srgbClr val="4E7D5A"/>
          </a:solidFill>
          <a:ln/>
        </p:spPr>
      </p:sp>
      <p:sp>
        <p:nvSpPr>
          <p:cNvPr id="20" name="Shape 15"/>
          <p:cNvSpPr/>
          <p:nvPr/>
        </p:nvSpPr>
        <p:spPr>
          <a:xfrm>
            <a:off x="8732520" y="2194560"/>
            <a:ext cx="0" cy="3749040"/>
          </a:xfrm>
          <a:prstGeom prst="line">
            <a:avLst/>
          </a:prstGeom>
          <a:noFill/>
          <a:ln w="12700">
            <a:solidFill>
              <a:srgbClr val="20244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035040" y="2651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from ...rsa import *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035040" y="298094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7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import oqs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035040" y="33101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7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kem = oqs.Key...('ML-KEM-512')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035040" y="36393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7D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pk = kem.generate_keypair()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96112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TERMINAL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961120" y="2651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Scanner: 3 vulnerable imports found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8961120" y="298094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Refactor: generating ML-KEM-512...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8961120" y="33101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Tester: executing sandbox run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961120" y="36393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Status: VERIFIED ✓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035040" y="525780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81B3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035040" y="5257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Verified — Quantum-Safe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PQC-GUARD AI  |  GENAI HACKATHON COHORT 11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Patching to Proactive Defense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a single sequential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7830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480560" y="2743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retry attempts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migration is flagged for 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7830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229600" y="2743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rewrites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from the engineering team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835640" cy="1920240"/>
          </a:xfrm>
          <a:prstGeom prst="roundRect">
            <a:avLst>
              <a:gd name="adj" fmla="val 4762"/>
            </a:avLst>
          </a:prstGeom>
          <a:solidFill>
            <a:srgbClr val="2024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434840"/>
            <a:ext cx="685800" cy="685800"/>
          </a:xfrm>
          <a:prstGeom prst="ellipse">
            <a:avLst/>
          </a:prstGeom>
          <a:solidFill>
            <a:srgbClr val="181B3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4599432"/>
            <a:ext cx="356616" cy="3566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28800" y="4343400"/>
            <a:ext cx="9281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organization holding RSA/ECC-encrypted data faces the same migration cliff. PQC-Guard AI turns a multi-year, multi-team compliance project into a repeatable, auditable, AI-driven workflow — starting today, ahead of the quantum deadline.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PQC-GUARD AI  |  GENAI HACKATHON COHORT 11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Code Fixer to Compliance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— NIST, CISA, HIPAA — are moving toward mandatory proof that systems are quantum-safe. That turns PQC-Guard AI’s scanner into the engine for a much bigger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56580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Pressure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53872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CISA, and HIPAA are introducing strict rules requiring proof that systems are safe from quantum attacks.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423160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5658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Expansion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72000" y="353872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 code scanner with an automated legal &amp; compliance report generator built on the same agent pipeline.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423160"/>
            <a:ext cx="594360" cy="59436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56580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Vision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21040" y="353872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audit engine: fixes the code, then generates formal audit documentation, mathematical proof of key-exchange security, and compliance certificates for regulators.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7091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20244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PITCH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2960" y="5138928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we built in 24 hours is the core AI engine. Our vision is to scale this MVP into a DevSecOps pipeline plugin and Enterprise PQC Migration Platform that helps Fortune 500 companies automatically upgrade their entire software infrastructure to NIST Post-Quantum standards before the 2030 deadline.”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PQC-GUARD AI  |  GENAI HACKATHON COHORT 11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24 Hours, Engineered for Quantum Resilience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148840"/>
            <a:ext cx="777240" cy="77724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Shahyan Ahmed Kiani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5112" y="2148840"/>
            <a:ext cx="777240" cy="77724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650" y="23353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Taimoor Arshad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47872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87184" y="2148840"/>
            <a:ext cx="777240" cy="77724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22" y="23353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Bilal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9944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81B3A"/>
          </a:solidFill>
          <a:ln w="12700">
            <a:solidFill>
              <a:srgbClr val="202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49256" y="2148840"/>
            <a:ext cx="777240" cy="77724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794" y="233537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Adeel Satti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72016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4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10835640" cy="1600200"/>
          </a:xfrm>
          <a:prstGeom prst="roundRect">
            <a:avLst>
              <a:gd name="adj" fmla="val 5714"/>
            </a:avLst>
          </a:prstGeom>
          <a:solidFill>
            <a:srgbClr val="20244A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617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82296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Hackathon | Cohort 11  —  Pak Angels  ×  iCodeGuru  ×  Aspire Pakistan  ×  HEC  ×  NCEAC  ×  PEC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Computer Science / Artificial Intelligence — Agentic AI Systems &amp; Automated Software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2026-09-13T14:51:52Z</dcterms:created>
  <dcterms:modified xsi:type="dcterms:W3CDTF">2026-09-13T14:51:52Z</dcterms:modified>
</cp:coreProperties>
</file>